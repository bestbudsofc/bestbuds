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6" r:id="rId2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7" r:id="rId28"/>
    <p:sldId id="274" r:id="rId25"/>
    <p:sldId id="269" r:id="rId15"/>
    <p:sldId id="270" r:id="rId16"/>
    <p:sldId id="271" r:id="rId17"/>
    <p:sldId id="272" r:id="rId18"/>
    <p:sldId id="275" r:id="rId26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guia mostra as telas atuais do sistema (versão 4.18), com os produtos, itens, fornecedores, fotos e usuários reais. Algumas ações (uma compra, um vínculo de fornecedor, uma compra no livro do Baú, um pedido de senha, um aviso) foram simuladas só para mostrar as 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guia foca em três partes: perfis, senha e Baú. Caixa e Histórico Financeiro aparecem aqui só para dar o mapa completo. No Caixa não existem centavos: o desconto é arredondado para o inteiro mais próximo (5% de $90 = $4,50 vira $5) e o repasse da equipe também fica inteiro. No Histórico Financeiro, o ajuste de caixa + Entrada soma no card Entradas e o − Saída soma no card Saídas.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Diretor tem as mesmas permissões do Sócio, exceto mexer em contas de Sócio ou promover alguém a Sócio. Gerente cadastra e gerencia apenas Vendedores. "Excluir linhas" vale para Baú, Financeiro e usuários inativos.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rodapé do menu, abaixo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 A coluna Primeiro acesso mostra Pendente até a pessoa entrar e criar a própria senha, inclusive depois de receber uma senha nova. Em todas as tabelas, linhas inativas ou revertidas ficam apagadas.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aparecem no Baú os itens de categorias que controlam estoque (Matéria-Prima, Insumo Auxiliar e Produto Não Acabado). Produto Final não fica no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itens de fornecedores diferentes. No Manual, quantidade + valor unitário calcula o subtotal, e quantidade + subtotal calcula o valor unitário. Linhas incompletas ficam destacadas e impedem o registro. A compra aparece no Histórico Financeiro como saída. Vendedor também registra compras. O Big Mac é da categoria Comida, que pode ser comprada mas não tem controle de estoque: fica Automático · sem Baú, com o valor travado do fornecedor, e não entra no Baú. O total separa Entra no Baú e Só financeiro. O vínculo do Big Mac com o Mega mall foi simulado para o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 final (o que é vendido no Caixa) não entra no Baú: a produção só desconta os insumos. Se faltar um item intermediário, como a erva dichavada, o sistema oferece produzir em cascata a etapa anterior. As receitas são cadastradas em Configurações, aba Receitas.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"Baseado de Blue Dream ×2" está aberta e mostra as saídas de Blue Dream Dichavada e Papel de Seda. A compra de cima (Mega mall, em verde) foi simulada só para o print, para mostrar a diferença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tirado com a tela de um celular comum, logado como Vendedor.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entrar, trocar a senha, o que cada perfil pode fazer e como usar o Baú.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v4.18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Setembro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quatro telas no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1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vendas, descontos sem centavos, deslocamento e repasse.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2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3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vendas, compras e ajustes de caixa.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esquerda, com a equipe on-line e Configurações embaixo; no celular, na barra de baixo.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sem Configurações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senha inicial (mín. 6). Enquanto a pessoa não criar a própria senha, Primeiro acesso mostra Pendente.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 (a linha fica apagada).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linha de quem pediu fica destacada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o menu Configurações mostra a chave com o total.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Vendas no Caixa nunca mexem no Baú. Ele só muda com compras, produções e ajustes.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lista os itens que chegaram ao estoque mínimo.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ou escolha. Item do cadastro fica Automático: escolha o fornecedor e o valor vem travado.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 fora do cadastro fica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Manual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fornecedor e valor.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Item de categoria sem estoque fica só no financeiro.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Registrar compra com três itens Automáticos (um sem Baú), um item Manual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 a partir de uma receita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na ficha da receita. Ela mostra o que consome e o que produz.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quantidade e confira o resumo.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 produção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Nada muda no Baú antes disso.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desfaz o lançamento inteiro. Ele fica no livro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a linha apagada.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18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(verde) e produções (roxo)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19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</a:t>
            </a:r>
            <a:r>
              <a:rPr lang="en-US" sz="15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barra de baixo</a:t>
            </a: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Baú, Histórico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colunas, com os mesmos botões do computador. O perfil e o Sair ficam no topo.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1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20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 no Baú. Registre em Nova compra.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430331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Valor de cada item no fornecedor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fornecidos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pesquise e marque os itens. Cada item novo vai para o fim da lista.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valor unitário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cada item. É obrigatório.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 compra, esse valor vem travado ao escolher o fornecedor.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Janela Editar fornecedor com os itens e o valor de cada u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Avisos para toda a equipe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ou acima escreve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título e a mensagem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(imagem opcional) e toca em Publicar para todos.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pop-up aparece na tela de todos. Cada um toca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Entendi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Depois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horas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 aviso some sozinho. O número no megafone mostra os avisos novos.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Pop-up de aviso com imagem na tela de um Vendedo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21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MENU LATERAL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Menu, equipe on-line e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alto ficam as telas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operação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 e Histórico.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On-line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Off-line para ver quem está no site agora, com o perfil na frente do nome.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tela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 separada, logo acima do seu nome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rodapé: seu nome, o perfil e o botão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A versão fica no topo, ao lado do nome da loja.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Caixa de Balcão com o menu lateral e a lista On-line aberta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COMPRA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Atalhos da compra</a:t>
            </a:r>
            <a:endParaRPr lang="en-US" sz="3000" dirty="0"/>
          </a:p>
        </p:txBody>
      </p:sp>
      <p:pic>
        <p:nvPicPr>
          <p:cNvPr id="4" name="Image 0" descr="Lista de itens da compra agrupada por categoria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Lista de itens: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separada por categoria. Gerente ou acima cadastra um item novo pelo rodapé da lista.</a:t>
            </a:r>
            <a:endParaRPr lang="en-US" sz="1300" dirty="0"/>
          </a:p>
        </p:txBody>
      </p:sp>
      <p:pic>
        <p:nvPicPr>
          <p:cNvPr id="7" name="Image 1" descr="Lista de fornecedores com a opção de vincular fornecedor já cadastrado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item sem o fornecedor? Escolha um já cadastrado e informe só o valor, ou cadastre um novo.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