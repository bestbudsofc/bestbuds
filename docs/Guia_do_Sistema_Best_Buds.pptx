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guia mostra as telas atuais do sistema (versão 4.11). Os nomes de pessoas e os números que aparecem nos prints são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guia foca em três partes: perfis, senha e Baú. Caixa e Histórico Financeiro aparecem aqui só para dar o mapa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Diretor tem as mesmas permissões do Sócio, exceto mexer em contas de Sócio ou promover alguém a Sócio. Gerente cadastra e gerencia apenas Vendedores. "Excluir linhas" vale para Baú, Financeiro e usuários inativos.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Esquerda: Baú visto por um Sócio. Direita: o mesmo Baú visto por um Vendedor. O perfil aparece no topo, ao lado do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vem ordenada do maior para o menor perfil. Só Sócio e Diretor excluem usuários, e só depois de inativados. O selo "último sócio" impede inativar o único Sócio ativo. A coluna Primeiro acesso mostra Pendente até a pessoa entrar e criar a própria senha, inclusive depois de receber uma senha nova. Em todas as tabelas, linhas inativas ou revertidas ficam apagadas.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acesso e senhas.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o mesmo do anúncio do sistema novo. O login é só o nome de usuário, sem @ e sem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as senhas não conferem ou têm menos de 6 caracteres, a janela avisa em vermelho e não salva.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existe senha padrão: cada senha nova é definida só para aquela pessoa. Enquanto ninguém define a senha nova, a senha antiga continua valendo. Se o pedido for dispensado, nada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senha do print é de exemplo. Salvar o usuário com a senha nova marca o pedido como atendido e tira o destaque da linha. Assim ninguém consegue entrar na conta de quem ainda não fez o primeiro acesso usando uma senha conhecida por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aparecem no Baú os itens de categorias que controlam estoque (Matéria-Prima, Insumo Auxiliar e Produto Não Acabado). Produto Final não fica no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compra pode ter vários insumos de fornecedores diferentes. Linhas incompletas ficam destacadas e impedem o registro. A compra aparece no Histórico Financeiro como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Produto final (o que é vendido no Caixa) não entra no Baú: a produção só desconta os insumos. Se faltar um item intermediário, como a erva moída, o sistema oferece produzir em cascata a etapa anterior. As receitas são cadastradas em Configurações, aba Receitas.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reversão é bloqueada se deixar algum saldo negativo, por exemplo uma compra cujo insumo já foi usado numa produção: reverta primeiro a produção. Só depois de revertido, Sócio ou Diretor pode excluir o lançamento.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print, a produção "Enrolar Blunt ×45" está aberta e mostra as três saídas: erva moída, papel de seda e embalagem.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tirado com a tela de um celular comum, logado como Gerente.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Vale deixar este slide na tela durante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62634"/>
            <a:ext cx="497078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20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 BUDS · SISTEMA DE GESTÃO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296914"/>
            <a:ext cx="4970780" cy="1372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04"/>
              </a:lnSpc>
              <a:buNone/>
            </a:pPr>
            <a:r>
              <a:rPr lang="en-US" sz="52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Guia de uso do sistema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47306"/>
            <a:ext cx="49707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Como entrar, trocar a senha, o que cada perfil pode fazer e como usar o Baú.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9150" y="4661297"/>
            <a:ext cx="1203623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900" y="4718447"/>
            <a:ext cx="9369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Versão v4.11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37073" y="4661297"/>
            <a:ext cx="1644848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34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5823" y="4718447"/>
            <a:ext cx="13781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Setembro de 2026</a:t>
            </a:r>
            <a:endParaRPr lang="en-US" sz="1200" dirty="0"/>
          </a:p>
        </p:txBody>
      </p:sp>
      <p:pic>
        <p:nvPicPr>
          <p:cNvPr id="9" name="Image 0" descr="Tela de login do sistema Best Buds">    </p:cNvPr>
          <p:cNvPicPr>
            <a:picLocks noChangeAspect="1"/>
          </p:cNvPicPr>
          <p:nvPr/>
        </p:nvPicPr>
        <p:blipFill>
          <a:blip r:embed="rId1"/>
          <a:srcRect l="0" r="0" t="145" b="145"/>
          <a:stretch/>
        </p:blipFill>
        <p:spPr>
          <a:xfrm>
            <a:off x="6108700" y="1790700"/>
            <a:ext cx="5257800" cy="3276600"/>
          </a:xfrm>
          <a:prstGeom prst="roundRect">
            <a:avLst>
              <a:gd name="adj" fmla="val 3488"/>
            </a:avLst>
          </a:prstGeom>
          <a:effectLst>
            <a:outerShdw sx="100000" sy="100000" kx="0" ky="0" algn="bl" rotWithShape="0" blurRad="508000" dist="190500" dir="5400000">
              <a:srgbClr val="00FF66">
                <a:alpha val="12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6102350" y="1784350"/>
            <a:ext cx="5270500" cy="3289300"/>
          </a:xfrm>
          <a:prstGeom prst="roundRect">
            <a:avLst>
              <a:gd name="adj" fmla="val 3668"/>
            </a:avLst>
          </a:prstGeom>
          <a:noFill/>
          <a:ln w="12700">
            <a:solidFill>
              <a:srgbClr val="28283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Mapa do sistema: quatro telas no 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5" name="Image 0" descr="Tela Caixa de Balcão">    </p:cNvPr>
          <p:cNvPicPr>
            <a:picLocks noChangeAspect="1"/>
          </p:cNvPicPr>
          <p:nvPr/>
        </p:nvPicPr>
        <p:blipFill>
          <a:blip r:embed="rId1"/>
          <a:srcRect l="57" r="57" t="0" b="0"/>
          <a:stretch/>
        </p:blipFill>
        <p:spPr>
          <a:xfrm>
            <a:off x="9461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6" name="Text 3"/>
          <p:cNvSpPr/>
          <p:nvPr/>
        </p:nvSpPr>
        <p:spPr>
          <a:xfrm>
            <a:off x="9461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Caixa de Balcão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461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vendas, descontos, deslocamento e repasse da equipe.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461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11550" y="1730970"/>
            <a:ext cx="2476500" cy="2985492"/>
          </a:xfrm>
          <a:prstGeom prst="roundRect">
            <a:avLst>
              <a:gd name="adj" fmla="val 4359"/>
            </a:avLst>
          </a:prstGeom>
          <a:solidFill>
            <a:srgbClr val="15151C"/>
          </a:solidFill>
          <a:ln w="12700">
            <a:solidFill>
              <a:srgbClr val="00FF66"/>
            </a:solidFill>
            <a:prstDash val="solid"/>
          </a:ln>
        </p:spPr>
      </p:sp>
      <p:pic>
        <p:nvPicPr>
          <p:cNvPr id="10" name="Image 1" descr="Tela do Baú">    </p:cNvPr>
          <p:cNvPicPr>
            <a:picLocks noChangeAspect="1"/>
          </p:cNvPicPr>
          <p:nvPr/>
        </p:nvPicPr>
        <p:blipFill>
          <a:blip r:embed="rId2"/>
          <a:srcRect l="57" r="57" t="0" b="0"/>
          <a:stretch/>
        </p:blipFill>
        <p:spPr>
          <a:xfrm>
            <a:off x="3644900" y="186432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1" name="Text 7"/>
          <p:cNvSpPr/>
          <p:nvPr/>
        </p:nvSpPr>
        <p:spPr>
          <a:xfrm>
            <a:off x="3644900" y="3343870"/>
            <a:ext cx="22760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644900" y="3676551"/>
            <a:ext cx="227609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de insumos: compras, produção, ajustes e livro.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44900" y="4176812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15" name="Image 2" descr="Tela Histórico Financeiro">    </p:cNvPr>
          <p:cNvPicPr>
            <a:picLocks noChangeAspect="1"/>
          </p:cNvPicPr>
          <p:nvPr/>
        </p:nvPicPr>
        <p:blipFill>
          <a:blip r:embed="rId3"/>
          <a:srcRect l="57" r="57" t="0" b="0"/>
          <a:stretch/>
        </p:blipFill>
        <p:spPr>
          <a:xfrm>
            <a:off x="63309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63309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Histórico Financeiro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30950" y="3670201"/>
            <a:ext cx="2289175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atual, vendas, compras e ajustes de caixa.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330950" y="417046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8931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20" name="Image 3" descr="Tela Configurações, aba Usuários">    </p:cNvPr>
          <p:cNvPicPr>
            <a:picLocks noChangeAspect="1"/>
          </p:cNvPicPr>
          <p:nvPr/>
        </p:nvPicPr>
        <p:blipFill>
          <a:blip r:embed="rId4"/>
          <a:srcRect l="57" r="57" t="0" b="0"/>
          <a:stretch/>
        </p:blipFill>
        <p:spPr>
          <a:xfrm>
            <a:off x="90233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21" name="Text 15"/>
          <p:cNvSpPr/>
          <p:nvPr/>
        </p:nvSpPr>
        <p:spPr>
          <a:xfrm>
            <a:off x="90233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Configurações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0233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 e senhas, catálogo, itens, receitas, fornecedores e visual.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0233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Gerente, Diretor e Sócio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812800" y="4951413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computador o menu fica à esquerda; no celular, na barra de baixo. Tudo começa pela tela de login.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Quatro perfis, do maior para o menor acesso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10477500" y="0"/>
                </a:moveTo>
                <a:lnTo>
                  <a:pt x="10477500" y="0"/>
                </a:lnTo>
                <a:arcTo hR="88900" wR="88900" stAng="16200000" swAng="5400000"/>
                <a:lnTo>
                  <a:pt x="10566400" y="2188666"/>
                </a:lnTo>
                <a:arcTo hR="88900" wR="88900" stAng="0" swAng="5400000"/>
                <a:lnTo>
                  <a:pt x="88900" y="2277566"/>
                </a:lnTo>
                <a:arcTo hR="88900" wR="88900" stAng="5400000" swAng="5400000"/>
                <a:lnTo>
                  <a:pt x="0" y="2188666"/>
                </a:lnTo>
                <a:arcTo hR="82550" wR="88900" stAng="10800000" swAng="-5400000"/>
                <a:lnTo>
                  <a:pt x="10477500" y="2271216"/>
                </a:lnTo>
                <a:arcTo hR="82550" wR="82550" stAng="5400000" swAng="-5400000"/>
                <a:lnTo>
                  <a:pt x="10560050" y="88900"/>
                </a:lnTo>
                <a:arcTo hR="88900" wR="82550" stAng="0" swAng="-5400000"/>
                <a:close/>
              </a:path>
            </a:pathLst>
          </a:custGeom>
          <a:solidFill>
            <a:srgbClr val="282836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88900" y="2277566"/>
                </a:moveTo>
                <a:lnTo>
                  <a:pt x="88900" y="2277566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10477500" y="0"/>
                </a:lnTo>
                <a:arcTo hR="88900" wR="88900" stAng="16200000" swAng="5400000"/>
                <a:lnTo>
                  <a:pt x="10566400" y="88900"/>
                </a:lnTo>
                <a:arcTo hR="76200" wR="88900" stAng="0" swAng="-5400000"/>
                <a:lnTo>
                  <a:pt x="88900" y="12700"/>
                </a:lnTo>
                <a:arcTo hR="76200" wR="76200" stAng="16200000" swAng="-5400000"/>
                <a:lnTo>
                  <a:pt x="12700" y="2188666"/>
                </a:lnTo>
                <a:arcTo hR="88900" wR="76200" stAng="10800000" swAng="-5400000"/>
                <a:close/>
              </a:path>
            </a:pathLst>
          </a:custGeom>
          <a:solidFill>
            <a:srgbClr val="FAF9F5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720"/>
          <a:ext cx="10547350" cy="2258516"/>
        </p:xfrm>
        <a:graphic>
          <a:graphicData uri="http://schemas.openxmlformats.org/drawingml/2006/table">
            <a:tbl>
              <a:tblPr/>
              <a:tblGrid>
                <a:gridCol w="1582102"/>
                <a:gridCol w="2425890"/>
                <a:gridCol w="2320417"/>
                <a:gridCol w="2320417"/>
                <a:gridCol w="1898523"/>
              </a:tblGrid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Perfil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Gerencia usuários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Ajustes, reversões e CSV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Excluir linhas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inclusive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60A5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menos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78B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 Vendedores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FF6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Vendedor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Caixa, Baú e Histórico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Nenhum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 (mas registra compra e produção)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8" name="Shape 5"/>
          <p:cNvSpPr/>
          <p:nvPr/>
        </p:nvSpPr>
        <p:spPr>
          <a:xfrm>
            <a:off x="8128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9" name="Text 6"/>
          <p:cNvSpPr/>
          <p:nvPr/>
        </p:nvSpPr>
        <p:spPr>
          <a:xfrm>
            <a:off x="9906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Ninguém altera o próprio perfil.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11" name="Shape 8"/>
          <p:cNvSpPr/>
          <p:nvPr/>
        </p:nvSpPr>
        <p:spPr>
          <a:xfrm>
            <a:off x="61722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2" name="Text 9"/>
          <p:cNvSpPr/>
          <p:nvPr/>
        </p:nvSpPr>
        <p:spPr>
          <a:xfrm>
            <a:off x="63500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Sempre precisa existir ao menos um Sócio ativo.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mesma tela muda conforme o perfil</a:t>
            </a:r>
            <a:endParaRPr lang="en-US" sz="3000" dirty="0"/>
          </a:p>
        </p:txBody>
      </p:sp>
      <p:pic>
        <p:nvPicPr>
          <p:cNvPr id="4" name="Image 0" descr="Baú visto por um Sócio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Sócio, Diretor ou Gerente: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menu com Configurações, botões + Entrada e − Saída, Exportar CSV e coluna Ações para reverter.</a:t>
            </a:r>
            <a:endParaRPr lang="en-US" sz="1300" dirty="0"/>
          </a:p>
        </p:txBody>
      </p:sp>
      <p:pic>
        <p:nvPicPr>
          <p:cNvPr id="7" name="Image 1" descr="Baú visto por um Vendedor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sem Configurações e sem ajustes. Vê saldos e o livro, e pode registrar compra e produzir.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Cadastrar e gerenciar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199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199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19920"/>
            <a:ext cx="3584194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Novo 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nome, login, perfil e senha inicial (mín. 6). Enquanto a pessoa não criar a própria senha, Primeiro acesso mostra Pendente.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450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3450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34506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edita nome, login, perfil ou senha.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Pausa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inativa quem saiu (a linha fica apagada).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Lixeira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só para inativos.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Configurações, aba Usuários, com a lista de usuário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57819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300484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Entrar e cuidar da senha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959820"/>
            <a:ext cx="7848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Login, primeiro acesso e o que fazer quando esquecer a senha.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best-buds-gamma.vercel.app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 navegador.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3824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3824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38244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seu login (ex.: joao.silva), sem e-mail.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148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148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1486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 ícone de olho mostra o que foi digitado.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6472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6472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647281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104481"/>
            <a:ext cx="3911600" cy="629841"/>
          </a:xfrm>
          <a:prstGeom prst="roundRect">
            <a:avLst>
              <a:gd name="adj" fmla="val 10082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800" y="4104481"/>
            <a:ext cx="3911600" cy="629841"/>
          </a:xfrm>
          <a:custGeom>
            <a:avLst/>
            <a:gdLst/>
            <a:ahLst/>
            <a:cxnLst/>
            <a:rect l="l" t="t" r="r" b="b"/>
            <a:pathLst>
              <a:path w="3911600" h="629841">
                <a:moveTo>
                  <a:pt x="63500" y="629841"/>
                </a:moveTo>
                <a:lnTo>
                  <a:pt x="63500" y="629841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566341"/>
                </a:lnTo>
                <a:arcTo hR="63500" wR="38100" stAng="10800000" swAng="-5400000"/>
                <a:close/>
              </a:path>
            </a:pathLst>
          </a:cu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965200" y="4206081"/>
            <a:ext cx="374116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"Usuário inativo" ou "senha inválida"? Fale com um Gerente.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20" name="Image 0" descr="Tela de login com campos Usuário e Senha, link Redefinir senha e botão Entra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21" name="Shape 18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Primeiro acesso: criar a sua senha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50020"/>
            <a:ext cx="4028948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 janela aparece logo depois do login quando a conta é nova ou a senha acabou de ser redefinida. Não dá para pular.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6489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787400" y="2648942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4600" y="2648942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no mínimo 6 caracteres.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2813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9" name="Text 7"/>
          <p:cNvSpPr/>
          <p:nvPr/>
        </p:nvSpPr>
        <p:spPr>
          <a:xfrm>
            <a:off x="787400" y="32813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44600" y="3281363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Repita a mesma senha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738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2" name="Text 10"/>
          <p:cNvSpPr/>
          <p:nvPr/>
        </p:nvSpPr>
        <p:spPr>
          <a:xfrm>
            <a:off x="787400" y="37385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44600" y="3738563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 e 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Nas próximas vezes use só a senha nova.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5" name="Image 0" descr="Janela Troca obrigatória de senha com os campos Nova senha e Confirmar nova se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4230" y="1756370"/>
            <a:ext cx="6070740" cy="39243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Esqueci a senha: três passos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15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Quem esqueceu</a:t>
            </a:r>
            <a:endParaRPr lang="en-US" sz="1200" dirty="0"/>
          </a:p>
        </p:txBody>
      </p:sp>
      <p:pic>
        <p:nvPicPr>
          <p:cNvPr id="6" name="Image 0" descr="Janela Redefinir senha com o pedido envi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1550" y="2223691"/>
            <a:ext cx="30480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1550" y="4230291"/>
            <a:ext cx="3126359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tela de login, toque em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 usuário e envie o pedido.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227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83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Gerente ou acima</a:t>
            </a:r>
            <a:endParaRPr lang="en-US" sz="1200" dirty="0"/>
          </a:p>
        </p:txBody>
      </p:sp>
      <p:pic>
        <p:nvPicPr>
          <p:cNvPr id="10" name="Image 1" descr="Janela Editar usuário com o aviso do pedido e o campo Senha nov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8350" y="2223691"/>
            <a:ext cx="30480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83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Usuários, lápis na linha destacada: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nova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Salvar.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295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1851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Quem esqueceu</a:t>
            </a:r>
            <a:endParaRPr lang="en-US" sz="1200" dirty="0"/>
          </a:p>
        </p:txBody>
      </p:sp>
      <p:pic>
        <p:nvPicPr>
          <p:cNvPr id="14" name="Image 2" descr="Janela Troca obrigatória de senh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85150" y="2223691"/>
            <a:ext cx="3048000" cy="1905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851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 com a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que recebeu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cria a sua própria.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Pedidos de nova senha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5500" y="1750020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200" y="1750020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linha de quem pediu fica destacada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; o menu Configurações mostra a chave com o total.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5500" y="2583855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200" y="2583855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uma senha nova, salve e passe a ela.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X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dispensa o pedido.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5500" y="3186311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5200" y="3186311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atende pedidos de Vendedores; Diretor, de todos menos Sócios.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5500" y="3788767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5200" y="3788767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Não existe senha padrão. Cada senha é só da pessoa, que cria a própria no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primeiro acesso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50" dirty="0"/>
          </a:p>
        </p:txBody>
      </p:sp>
      <p:pic>
        <p:nvPicPr>
          <p:cNvPr id="12" name="Image 0" descr="Aba Usuários com o aviso de pedidos e a linha de quem pediu destac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2400300"/>
          </a:xfrm>
          <a:prstGeom prst="roundRect">
            <a:avLst>
              <a:gd name="adj" fmla="val 396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5083175" y="1753195"/>
            <a:ext cx="6292850" cy="2406650"/>
          </a:xfrm>
          <a:prstGeom prst="roundRect">
            <a:avLst>
              <a:gd name="adj" fmla="val 4090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80000" y="4290020"/>
            <a:ext cx="6299200" cy="1397000"/>
          </a:xfrm>
          <a:prstGeom prst="roundRect">
            <a:avLst>
              <a:gd name="adj" fmla="val 7273"/>
            </a:avLst>
          </a:prstGeom>
          <a:solidFill>
            <a:srgbClr val="15151C"/>
          </a:solidFill>
          <a:ln/>
        </p:spPr>
      </p:sp>
      <p:pic>
        <p:nvPicPr>
          <p:cNvPr id="15" name="Image 1" descr="Confirmação Dispensar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920" y="4296370"/>
            <a:ext cx="2533359" cy="13843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83175" y="4293195"/>
            <a:ext cx="6292850" cy="1390650"/>
          </a:xfrm>
          <a:prstGeom prst="roundRect">
            <a:avLst>
              <a:gd name="adj" fmla="val 7078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181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84480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Baú: o estoque de insumos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99780"/>
            <a:ext cx="850265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Vendas no Caixa nunca mexem no Baú. Ele só muda com compras, produções e ajustes.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ler a tela do Baú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ficam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lista os itens que chegaram ao estoque mínimo.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cartão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mostra o saldo, a categoria e o mínimo. Borda vermelha: hora de comprar.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Embaixo,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livro de movimentações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registra tudo que entrou e saiu.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Registrar uma compra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Baú,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Insumos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escolha o item e digite a quantidade. Fornecedor e valor unitário vêm do cadastro.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Gastos que não entram no Baú (ex.: sacolas) vão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Itens não controlados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total e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Os insumos entram no Baú e o valor sai do caixa.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Nova compra com dois insumos, um item não controlado e o total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Produzir a partir de uma receita</a:t>
            </a:r>
            <a:endParaRPr lang="en-US" sz="3000" dirty="0"/>
          </a:p>
        </p:txBody>
      </p:sp>
      <p:pic>
        <p:nvPicPr>
          <p:cNvPr id="4" name="Image 0" descr="Tela Produzir com as fichas das receitas">    </p:cNvPr>
          <p:cNvPicPr>
            <a:picLocks noChangeAspect="1"/>
          </p:cNvPicPr>
          <p:nvPr/>
        </p:nvPicPr>
        <p:blipFill>
          <a:blip r:embed="rId1"/>
          <a:srcRect l="0" r="0" t="17687" b="17687"/>
          <a:stretch/>
        </p:blipFill>
        <p:spPr>
          <a:xfrm>
            <a:off x="819150" y="1756370"/>
            <a:ext cx="3898900" cy="1574800"/>
          </a:xfrm>
          <a:prstGeom prst="roundRect">
            <a:avLst>
              <a:gd name="adj" fmla="val 524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753195"/>
            <a:ext cx="3905250" cy="1581150"/>
          </a:xfrm>
          <a:prstGeom prst="roundRect">
            <a:avLst>
              <a:gd name="adj" fmla="val 5422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2800" y="347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7" name="Text 4"/>
          <p:cNvSpPr/>
          <p:nvPr/>
        </p:nvSpPr>
        <p:spPr>
          <a:xfrm>
            <a:off x="787400" y="347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44600" y="3477220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na ficha da receita. Ela mostra o que consome e o que produz.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2800" y="40796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0" name="Text 7"/>
          <p:cNvSpPr/>
          <p:nvPr/>
        </p:nvSpPr>
        <p:spPr>
          <a:xfrm>
            <a:off x="787400" y="40796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44600" y="4079677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quantidade e confira o resumo.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2800" y="45241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3" name="Text 10"/>
          <p:cNvSpPr/>
          <p:nvPr/>
        </p:nvSpPr>
        <p:spPr>
          <a:xfrm>
            <a:off x="787400" y="45241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44600" y="4524177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 produção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Nada muda no Baú antes disso.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6" name="Image 1" descr="Janela Produzir com a quantidade e o resumo dos insumos consum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188" y="1756370"/>
            <a:ext cx="4616824" cy="39243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78B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Corrigir o estoque: ajustar ou reverter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0FF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Ajuste avulso</a:t>
            </a:r>
            <a:endParaRPr lang="en-US" sz="1800" dirty="0"/>
          </a:p>
        </p:txBody>
      </p:sp>
      <p:pic>
        <p:nvPicPr>
          <p:cNvPr id="6" name="Image 0" descr="Janela Entrada avulsa com quantidade e motivo">    </p:cNvPr>
          <p:cNvPicPr>
            <a:picLocks noChangeAspect="1"/>
          </p:cNvPicPr>
          <p:nvPr/>
        </p:nvPicPr>
        <p:blipFill>
          <a:blip r:embed="rId1"/>
          <a:srcRect l="-27662" r="-27662" t="0" b="0"/>
          <a:stretch/>
        </p:blipFill>
        <p:spPr>
          <a:xfrm>
            <a:off x="996950" y="2322711"/>
            <a:ext cx="47752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9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Nos cartões,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Entrada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− Saída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contagem, perda ou doação. Informe a quantidade e o motivo.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15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325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CA5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Reverter lançamento</a:t>
            </a:r>
            <a:endParaRPr lang="en-US" sz="1800" dirty="0"/>
          </a:p>
        </p:txBody>
      </p:sp>
      <p:pic>
        <p:nvPicPr>
          <p:cNvPr id="10" name="Image 1" descr="Confirmação Reverter lançamento do Baú">    </p:cNvPr>
          <p:cNvPicPr>
            <a:picLocks noChangeAspect="1"/>
          </p:cNvPicPr>
          <p:nvPr/>
        </p:nvPicPr>
        <p:blipFill>
          <a:blip r:embed="rId2"/>
          <a:srcRect l="-16655" r="-16655" t="0" b="0"/>
          <a:stretch/>
        </p:blipFill>
        <p:spPr>
          <a:xfrm>
            <a:off x="6432550" y="2322711"/>
            <a:ext cx="47752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325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seta de voltar no livro desfaz a compra, produção ou ajuste inteiro. Ele fica no livro marcado como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Revertida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a linha apagada.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livro de movimentações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linha é um lançamento. Compras e produções juntam vários itens numa linha só.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224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6224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62245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na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seta com o número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abrir as sublinhas, com a quantidade e o saldo de cada item.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4948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4948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49488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títulos das colunas filtram e ordenam.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Exportar CSV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baixa a planilha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Livro de movimentações com uma produção aberta em três sublinha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154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CELULAR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392660"/>
            <a:ext cx="6540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Tudo funciona pelo navegador do celular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34086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o mesmo endereço e entre com o mesmo usuário. O menu vai para a </a:t>
            </a:r>
            <a:r>
              <a:rPr lang="en-US" sz="15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barra de baixo</a:t>
            </a: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Caixa, Baú, Histórico e Configurações.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41198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cartões do Baú ficam em duas colunas, com os mesmos botões do computador.</a:t>
            </a:r>
            <a:endParaRPr lang="en-US" sz="1500" dirty="0"/>
          </a:p>
        </p:txBody>
      </p:sp>
      <p:pic>
        <p:nvPicPr>
          <p:cNvPr id="6" name="Image 0" descr="Baú aberto num celular, com cartões de saldo e a barra de menu embaixo">    </p:cNvPr>
          <p:cNvPicPr>
            <a:picLocks noChangeAspect="1"/>
          </p:cNvPicPr>
          <p:nvPr/>
        </p:nvPicPr>
        <p:blipFill>
          <a:blip r:embed="rId1"/>
          <a:srcRect l="970" r="970" t="0" b="0"/>
          <a:stretch/>
        </p:blipFill>
        <p:spPr>
          <a:xfrm>
            <a:off x="7810500" y="889000"/>
            <a:ext cx="2209800" cy="4876800"/>
          </a:xfrm>
          <a:prstGeom prst="roundRect">
            <a:avLst>
              <a:gd name="adj" fmla="val 8621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7791450" y="869950"/>
            <a:ext cx="2247900" cy="4914900"/>
          </a:xfrm>
          <a:prstGeom prst="roundRect">
            <a:avLst>
              <a:gd name="adj" fmla="val 9322"/>
            </a:avLst>
          </a:prstGeom>
          <a:noFill/>
          <a:ln w="38100">
            <a:solidFill>
              <a:srgbClr val="34343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Cola rápida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Esqueci a senha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41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 na tela de login. Um Gerente define uma senha nova e passa para você.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849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9" name="Shape 7"/>
          <p:cNvSpPr/>
          <p:nvPr/>
        </p:nvSpPr>
        <p:spPr>
          <a:xfrm>
            <a:off x="61849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 nova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com a senha inicial e crie a sua na hora (mínimo 6 caracteres).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28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28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41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baixo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41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 no Baú. Registre em Nova compra.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849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849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8" name="Text 16"/>
          <p:cNvSpPr/>
          <p:nvPr/>
        </p:nvSpPr>
        <p:spPr>
          <a:xfrm>
            <a:off x="64262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Lançamento errado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262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Peça a um Gerente ou acima para reverter no livro do Baú.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12800" y="430331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Dúvidas? Fale com seu gerente.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do Sistema Best Buds</dc:title>
  <dc:subject>PptxGenJS Presentation</dc:subject>
  <dc:creator>PptxGenJS</dc:creator>
  <cp:lastModifiedBy>PptxGenJS</cp:lastModifiedBy>
  <cp:revision>1</cp:revision>
  <dcterms:created xsi:type="dcterms:W3CDTF">2026-09-26T22:04:04Z</dcterms:created>
  <dcterms:modified xsi:type="dcterms:W3CDTF">2026-09-26T22:04:04Z</dcterms:modified>
</cp:coreProperties>
</file>